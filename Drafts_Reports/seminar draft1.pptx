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7" r:id="rId5"/>
    <p:sldId id="269" r:id="rId6"/>
    <p:sldId id="270" r:id="rId7"/>
    <p:sldId id="271" r:id="rId8"/>
    <p:sldId id="268" r:id="rId9"/>
    <p:sldId id="262" r:id="rId10"/>
    <p:sldId id="263" r:id="rId11"/>
    <p:sldId id="264" r:id="rId12"/>
    <p:sldId id="265" r:id="rId13"/>
    <p:sldId id="258" r:id="rId14"/>
    <p:sldId id="266" r:id="rId15"/>
    <p:sldId id="259" r:id="rId16"/>
    <p:sldId id="260" r:id="rId17"/>
    <p:sldId id="26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Effect of Atmospheric Distortions on a Laser Beam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Motivation</a:t>
            </a:r>
            <a:r>
              <a:rPr lang="zh-CN"/>
              <a:t>（</a:t>
            </a:r>
            <a:r>
              <a:rPr lang="en-US" altLang="zh-CN"/>
              <a:t>80%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highlight>
                  <a:srgbClr val="FFFF00"/>
                </a:highlight>
              </a:rPr>
              <a:t>Why the aberrations affect optical data transmission and why it is worth exploring.</a:t>
            </a:r>
            <a:endParaRPr>
              <a:highlight>
                <a:srgbClr val="FFFF00"/>
              </a:highlight>
            </a:endParaRPr>
          </a:p>
          <a:p>
            <a:r>
              <a:t>Background</a:t>
            </a:r>
          </a:p>
          <a:p>
            <a:r>
              <a:rPr>
                <a:sym typeface="+mn-ea"/>
              </a:rPr>
              <a:t>–</a:t>
            </a:r>
            <a:r>
              <a:rPr lang="en-US">
                <a:sym typeface="+mn-ea"/>
              </a:rPr>
              <a:t>Introduction of turbulence(examples)</a:t>
            </a:r>
            <a:endParaRPr lang="en-US">
              <a:sym typeface="+mn-ea"/>
            </a:endParaRP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what is atmoshperic distortion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casued by a phenomenon named turbulence</a:t>
            </a:r>
            <a:endParaRPr lang="en-US" altLang="zh-CN"/>
          </a:p>
          <a:p>
            <a:r>
              <a:rPr lang="en-US" altLang="zh-CN"/>
              <a:t>explain what is turbulence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what will happened when a beam pass through turbulent air(explaination)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abstract examples  (path image,spot...)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real world examples (satellities,fata morgana)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research background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kolomogrov’s theory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>
              <a:sym typeface="+mn-ea"/>
            </a:endParaRPr>
          </a:p>
          <a:p>
            <a:r>
              <a:rPr>
                <a:sym typeface="+mn-ea"/>
              </a:rPr>
              <a:t>Importance of studying atmospheric turbulence: signal fading, beam wandering, imag</a:t>
            </a:r>
            <a:r>
              <a:rPr lang="en-US">
                <a:sym typeface="+mn-ea"/>
              </a:rPr>
              <a:t>ing</a:t>
            </a:r>
            <a:r>
              <a:rPr>
                <a:sym typeface="+mn-ea"/>
              </a:rPr>
              <a:t>.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Practical impact on astronomy, satellite sensing, and FSO communication.</a:t>
            </a:r>
            <a:endParaRPr>
              <a:sym typeface="+mn-ea"/>
            </a:endParaRPr>
          </a:p>
          <a:p>
            <a:endParaRPr lang="zh-CN" altLang="en-US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584200" y="401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Research Motivation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Knowledge gap: lack of integrated simulation and adaptive optics approaches.</a:t>
            </a:r>
            <a:endParaRPr>
              <a:sym typeface="+mn-ea"/>
            </a:endParaRPr>
          </a:p>
          <a:p>
            <a:endParaRPr lang="zh-CN" alt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Motivation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Significance: improve reliability of laser links and imaging accuracy.</a:t>
            </a:r>
            <a:endParaRPr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Motivation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Research questions: how turbulence distorts beams and how to mitigate it.</a:t>
            </a:r>
            <a:endParaRPr lang="zh-CN" alt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Motivation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simulation and mitigation approaches.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Baseline Simulation – Gaussian beam via Step Fourier Method.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Turbulence Modeling – Kolmogorov-based Zernike phase masks.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Aberration Mitigation – Beam shaping, Zernike correction, OPC.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Evaluation Metrics – Beam width, centroid drift, Strehl ratio.</a:t>
            </a:r>
            <a:endParaRPr lang="zh-CN" altLang="en-US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584200" y="401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Research Methodology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Completed: Baseline modeling &amp; turbulence mask generation.</a:t>
            </a:r>
          </a:p>
          <a:p>
            <a:r>
              <a:t>In progress: Zernike-based correction implementation.</a:t>
            </a:r>
          </a:p>
          <a:p>
            <a:r>
              <a:t>Next: Compare mitigation methods, integrate feedback loop, prepare demo.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Matching simulated turbulence with realistic Cn² conditions.</a:t>
            </a:r>
          </a:p>
          <a:p>
            <a:r>
              <a:t>Balancing computational cost and accuracy.</a:t>
            </a:r>
          </a:p>
          <a:p>
            <a:r>
              <a:t>Safety and lab constraints for validation.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Encourage questions on:</a:t>
            </a:r>
          </a:p>
          <a:p>
            <a:r>
              <a:t>Simulation setup and turbulence modeling.</a:t>
            </a:r>
          </a:p>
          <a:p>
            <a:r>
              <a:t>Effectiveness of mitigation methods.</a:t>
            </a:r>
          </a:p>
          <a:p>
            <a:r>
              <a:t>Practical applications in communication and sensing.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1837</Words>
  <Application>WPS 演示</Application>
  <PresentationFormat>On-screen Show (4:3)</PresentationFormat>
  <Paragraphs>80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Effect of Atmospheric Distortions on a Laser Beam</vt:lpstr>
      <vt:lpstr>Research Motivation（80%）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Research Motivation</vt:lpstr>
      <vt:lpstr>Research Motivation</vt:lpstr>
      <vt:lpstr>Research Motivation</vt:lpstr>
      <vt:lpstr>Research Methodology</vt:lpstr>
      <vt:lpstr>PowerPoint 演示文稿</vt:lpstr>
      <vt:lpstr>Progress and Next Steps</vt:lpstr>
      <vt:lpstr>Current Challenges</vt:lpstr>
      <vt:lpstr>Discussion &amp; 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新世纪摸鱼战士</cp:lastModifiedBy>
  <cp:revision>4</cp:revision>
  <dcterms:created xsi:type="dcterms:W3CDTF">2013-01-27T09:14:00Z</dcterms:created>
  <dcterms:modified xsi:type="dcterms:W3CDTF">2025-10-14T13:07:25Z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82D99705D9014B82A45E02B43660573F_13</vt:lpwstr>
  </property>
  <property fmtid="{D5CDD505-2E9C-101B-9397-08002B2CF9AE}" pid="3" name="KSOProductBuildVer">
    <vt:lpwstr>2052-12.1.0.22529</vt:lpwstr>
  </property>
</Properties>
</file>